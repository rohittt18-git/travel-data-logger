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584368" y="197438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7" y="1911653"/>
            <a:ext cx="8439088" cy="4584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25082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travel related software app that can be installed on mobile phones that could capture trip related information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and Tourism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 With Us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41514" y="-18661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2" y="1395245"/>
            <a:ext cx="1136148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000" dirty="0"/>
              <a:t>	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application that automatically captures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trip-related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origin, destination, time, travel mode, trip duration, and path using GPS &amp; APIs. The app also allows manual entry of trip details (like number of co-travelers). All trip data is stored 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server/database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later analysis by NATPAC</a:t>
            </a:r>
            <a:r>
              <a:rPr lang="en-US" sz="2000" dirty="0"/>
              <a:t>.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5"/>
            <a:ext cx="1251857" cy="9277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Walk </a:t>
            </a:r>
          </a:p>
          <a:p>
            <a:pPr algn="ctr"/>
            <a:r>
              <a:rPr lang="en-US" dirty="0"/>
              <a:t>With </a:t>
            </a:r>
          </a:p>
          <a:p>
            <a:pPr algn="ctr"/>
            <a:r>
              <a:rPr lang="en-US" dirty="0"/>
              <a:t>Us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7D373D-BB5E-ED1D-54D9-0AE86FD7935C}"/>
              </a:ext>
            </a:extLst>
          </p:cNvPr>
          <p:cNvSpPr txBox="1"/>
          <p:nvPr/>
        </p:nvSpPr>
        <p:spPr>
          <a:xfrm>
            <a:off x="329772" y="3351783"/>
            <a:ext cx="111655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Uniqueness:</a:t>
            </a:r>
            <a:b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detection of trip start via GPS.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MapTiler Maps + OpenRouteService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route, distance, and path tracking.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Voice-enabled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destinations.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trip mode selection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(walk, cycle, bike, car, bus, train).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consent-based data collection for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41835" y="1244732"/>
            <a:ext cx="8647567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Used: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(Mobile/Web):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JavaScript, MapLibre, MapTiler API, Voice Recognition API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+ Express.js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 (trip info + user info)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OpenRouteService (routing &amp; distance), MapTiler (maps &amp; geocoding)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Deployment: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 (via WebView / APK packaging)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 / creates account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travel mode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captures GPS-based location &amp; start time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entered (manual/voice) → route fetched via ORS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records duration, distance, and path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securely in backend SQLite DB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NATPAC scientists access aggregated trip data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54671"/>
            <a:ext cx="1251857" cy="9277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Walk</a:t>
            </a:r>
          </a:p>
          <a:p>
            <a:pPr algn="ctr"/>
            <a:r>
              <a:rPr lang="en-US" dirty="0"/>
              <a:t>With</a:t>
            </a:r>
          </a:p>
          <a:p>
            <a:pPr algn="ctr"/>
            <a:r>
              <a:rPr lang="en-US" dirty="0"/>
              <a:t>Us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A0AAA3-A02D-8181-A77D-1A0ABA92E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402" y="1258292"/>
            <a:ext cx="2961084" cy="49335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63800" y="1259633"/>
            <a:ext cx="109728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Runs on any smartphone, lightweight, no expensive hardware needed.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handle millions of trip records on cloud.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Consent-based: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Respects privacy by asking user approval before tracking.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GPS accuracy indoors, user dropout, ensuring battery optimization.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High-accuracy geolocation, nudges for user input, background optimization.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5"/>
            <a:ext cx="1251857" cy="100738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Walk</a:t>
            </a:r>
          </a:p>
          <a:p>
            <a:pPr algn="ctr"/>
            <a:r>
              <a:rPr lang="en-US" dirty="0"/>
              <a:t>With </a:t>
            </a:r>
          </a:p>
          <a:p>
            <a:pPr algn="ctr"/>
            <a:r>
              <a:rPr lang="en-US" dirty="0"/>
              <a:t>Us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81352" y="1200097"/>
            <a:ext cx="1002929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large-scale, accurate mobility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NATPAC.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surveys → faster planning, lower costs.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scientists &amp; planners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trip chains, travel patterns, and mode usage.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designing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transport policies, road networks, and urban mobility plans.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extension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analysis &amp; carbon footprint tracking.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101484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Walk</a:t>
            </a:r>
          </a:p>
          <a:p>
            <a:pPr algn="ctr"/>
            <a:r>
              <a:rPr lang="en-US" dirty="0"/>
              <a:t>With</a:t>
            </a:r>
          </a:p>
          <a:p>
            <a:pPr algn="ctr"/>
            <a:r>
              <a:rPr lang="en-US" dirty="0"/>
              <a:t>Us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48607" y="10179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87615" y="1382286"/>
            <a:ext cx="11094785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Berger, M., &amp; Platzer, M. (2015). Field evaluation of the smartphone-based travel behaviour data collection app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SmartMo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Research Procedia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263-279.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Geurs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T., Thomas, T., Bijlsma, M.,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Douhou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(2015). Automatic trip and mode detection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MoveSmarter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First results from the Dutch Mobile Mobility Panel.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Research Procedia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247-262.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Hesjevoll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S.,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Fyhri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Ciccone, A. (2021). App-based automatic collection of travel behaviour: A field study comparison with self-reported behaviour.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Research Interdisciplinary Perspectives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100501.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Kem, O., Balbo, F., &amp; Zimmermann, A. (2017). Traveler-Oriented Advanced Traveler Information System based on Dynamic Discovery of Resources: Potentials and Challenges.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Research Procedia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635-644.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Safi, H., Assemi, B., Mesbah, M., &amp; Ferreira, L. (2016). Trip Detection with Smartphone-Assisted Collection of Travel Data.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Research Record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2594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18–26.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Tabasi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Siripanich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Khan, N. A., Auld, J., &amp; Rashidi, T. H. (2024). GPS-supported smartphone app-based integrated travel diary and time-use data collection: challenges and lessons learned.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1-27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9503"/>
            <a:ext cx="1251857" cy="99805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Walk </a:t>
            </a:r>
          </a:p>
          <a:p>
            <a:pPr algn="ctr"/>
            <a:r>
              <a:rPr lang="en-US" dirty="0"/>
              <a:t>With </a:t>
            </a:r>
          </a:p>
          <a:p>
            <a:pPr algn="ctr"/>
            <a:r>
              <a:rPr lang="en-US" dirty="0"/>
              <a:t>Us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8710</TotalTime>
  <Words>731</Words>
  <Application>Microsoft Office PowerPoint</Application>
  <PresentationFormat>Widescreen</PresentationFormat>
  <Paragraphs>98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Vinayak Kamati</cp:lastModifiedBy>
  <cp:revision>154</cp:revision>
  <dcterms:created xsi:type="dcterms:W3CDTF">2013-12-12T18:46:50Z</dcterms:created>
  <dcterms:modified xsi:type="dcterms:W3CDTF">2025-09-24T14:44:34Z</dcterms:modified>
  <cp:category/>
</cp:coreProperties>
</file>